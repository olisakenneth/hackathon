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D36F55-C4D7-6E4A-4A20-7F08A71F1354}" v="100" dt="2026-01-24T21:20:44.350"/>
    <p1510:client id="{E8019740-42D0-BD5B-0860-9A9E9A06AD14}" v="22" dt="2026-01-24T21:21:17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SumData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healthcare helpers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7859-B677-500D-0585-166E9F547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1200">
              <a:solidFill>
                <a:srgbClr val="031633"/>
              </a:solidFill>
              <a:latin typeface="Jokerman"/>
              <a:ea typeface="Calibri"/>
              <a:cs typeface="Poppin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43ED2-2483-356A-AC83-ADBE4B813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1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SumData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2026-01-24T21:05:09Z</dcterms:created>
  <dcterms:modified xsi:type="dcterms:W3CDTF">2026-01-24T21:21:18Z</dcterms:modified>
</cp:coreProperties>
</file>